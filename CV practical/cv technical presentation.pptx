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617DF-649D-4651-B48D-6501FCDE8CCC}" v="62" dt="2026-07-14T05:57:38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sa krishnan V" userId="89fcff6419c60857" providerId="LiveId" clId="{C8F80F95-6095-4CE7-B05F-F0F26F6A0ED6}"/>
    <pc:docChg chg="undo custSel delSld modSld">
      <pc:chgData name="Natesa krishnan V" userId="89fcff6419c60857" providerId="LiveId" clId="{C8F80F95-6095-4CE7-B05F-F0F26F6A0ED6}" dt="2026-07-14T05:59:33.173" v="2054" actId="14100"/>
      <pc:docMkLst>
        <pc:docMk/>
      </pc:docMkLst>
      <pc:sldChg chg="addSp modSp mod">
        <pc:chgData name="Natesa krishnan V" userId="89fcff6419c60857" providerId="LiveId" clId="{C8F80F95-6095-4CE7-B05F-F0F26F6A0ED6}" dt="2026-07-14T05:23:39.180" v="1250" actId="113"/>
        <pc:sldMkLst>
          <pc:docMk/>
          <pc:sldMk cId="0" sldId="256"/>
        </pc:sldMkLst>
        <pc:spChg chg="mod">
          <ac:chgData name="Natesa krishnan V" userId="89fcff6419c60857" providerId="LiveId" clId="{C8F80F95-6095-4CE7-B05F-F0F26F6A0ED6}" dt="2026-07-14T05:23:39.180" v="1250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17:01.729" v="98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23:08.245" v="1246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17:39.698" v="1048" actId="20577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23:04.002" v="1245" actId="255"/>
          <ac:spMkLst>
            <pc:docMk/>
            <pc:sldMk cId="0" sldId="256"/>
            <ac:spMk id="7" creationId="{BFD5F498-8FD3-8DB1-0A7B-88669CA9D1CB}"/>
          </ac:spMkLst>
        </pc:spChg>
        <pc:picChg chg="mod">
          <ac:chgData name="Natesa krishnan V" userId="89fcff6419c60857" providerId="LiveId" clId="{C8F80F95-6095-4CE7-B05F-F0F26F6A0ED6}" dt="2026-06-16T14:27:16.122" v="1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del mod">
        <pc:chgData name="Natesa krishnan V" userId="89fcff6419c60857" providerId="LiveId" clId="{C8F80F95-6095-4CE7-B05F-F0F26F6A0ED6}" dt="2026-07-14T05:24:21.568" v="1252" actId="47"/>
        <pc:sldMkLst>
          <pc:docMk/>
          <pc:sldMk cId="0" sldId="257"/>
        </pc:sldMkLst>
        <pc:spChg chg="add mod">
          <ac:chgData name="Natesa krishnan V" userId="89fcff6419c60857" providerId="LiveId" clId="{C8F80F95-6095-4CE7-B05F-F0F26F6A0ED6}" dt="2026-07-14T05:23:49.689" v="1251" actId="20577"/>
          <ac:spMkLst>
            <pc:docMk/>
            <pc:sldMk cId="0" sldId="257"/>
            <ac:spMk id="7" creationId="{B334DBB1-4BE9-8C7A-74E0-7A5924801116}"/>
          </ac:spMkLst>
        </pc:spChg>
      </pc:sldChg>
      <pc:sldChg chg="addSp modSp mod">
        <pc:chgData name="Natesa krishnan V" userId="89fcff6419c60857" providerId="LiveId" clId="{C8F80F95-6095-4CE7-B05F-F0F26F6A0ED6}" dt="2026-07-14T05:26:20.862" v="1270" actId="2711"/>
        <pc:sldMkLst>
          <pc:docMk/>
          <pc:sldMk cId="0" sldId="258"/>
        </pc:sldMkLst>
        <pc:spChg chg="mod">
          <ac:chgData name="Natesa krishnan V" userId="89fcff6419c60857" providerId="LiveId" clId="{C8F80F95-6095-4CE7-B05F-F0F26F6A0ED6}" dt="2026-06-16T14:35:16.566" v="53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25:38.617" v="1265" actId="20577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26:20.862" v="1270" actId="2711"/>
          <ac:spMkLst>
            <pc:docMk/>
            <pc:sldMk cId="0" sldId="258"/>
            <ac:spMk id="6" creationId="{A46C5738-88D6-B845-B93B-D02E8628EBBA}"/>
          </ac:spMkLst>
        </pc:spChg>
        <pc:picChg chg="mod">
          <ac:chgData name="Natesa krishnan V" userId="89fcff6419c60857" providerId="LiveId" clId="{C8F80F95-6095-4CE7-B05F-F0F26F6A0ED6}" dt="2026-06-16T14:34:17.385" v="48" actId="1076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34:26.861" v="50" actId="14100"/>
          <ac:picMkLst>
            <pc:docMk/>
            <pc:sldMk cId="0" sldId="258"/>
            <ac:picMk id="3" creationId="{00000000-0000-0000-0000-000000000000}"/>
          </ac:picMkLst>
        </pc:picChg>
      </pc:sldChg>
      <pc:sldChg chg="addSp modSp del mod">
        <pc:chgData name="Natesa krishnan V" userId="89fcff6419c60857" providerId="LiveId" clId="{C8F80F95-6095-4CE7-B05F-F0F26F6A0ED6}" dt="2026-07-14T05:36:41.300" v="1657" actId="47"/>
        <pc:sldMkLst>
          <pc:docMk/>
          <pc:sldMk cId="0" sldId="259"/>
        </pc:sldMkLst>
        <pc:spChg chg="mod">
          <ac:chgData name="Natesa krishnan V" userId="89fcff6419c60857" providerId="LiveId" clId="{C8F80F95-6095-4CE7-B05F-F0F26F6A0ED6}" dt="2026-07-14T05:28:56.478" v="1292" actId="1076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36:29.329" v="1656" actId="20577"/>
          <ac:spMkLst>
            <pc:docMk/>
            <pc:sldMk cId="0" sldId="259"/>
            <ac:spMk id="6" creationId="{B0ABEE0C-FB1F-3C14-BA10-F433D9AB626C}"/>
          </ac:spMkLst>
        </pc:spChg>
        <pc:spChg chg="add mod">
          <ac:chgData name="Natesa krishnan V" userId="89fcff6419c60857" providerId="LiveId" clId="{C8F80F95-6095-4CE7-B05F-F0F26F6A0ED6}" dt="2026-07-14T05:36:04.758" v="1645" actId="20577"/>
          <ac:spMkLst>
            <pc:docMk/>
            <pc:sldMk cId="0" sldId="259"/>
            <ac:spMk id="7" creationId="{B525B347-5331-895D-F0B9-212F3E8BE422}"/>
          </ac:spMkLst>
        </pc:spChg>
      </pc:sldChg>
      <pc:sldChg chg="addSp modSp mod">
        <pc:chgData name="Natesa krishnan V" userId="89fcff6419c60857" providerId="LiveId" clId="{C8F80F95-6095-4CE7-B05F-F0F26F6A0ED6}" dt="2026-07-14T05:39:43.081" v="1769" actId="12"/>
        <pc:sldMkLst>
          <pc:docMk/>
          <pc:sldMk cId="0" sldId="260"/>
        </pc:sldMkLst>
        <pc:spChg chg="mod">
          <ac:chgData name="Natesa krishnan V" userId="89fcff6419c60857" providerId="LiveId" clId="{C8F80F95-6095-4CE7-B05F-F0F26F6A0ED6}" dt="2026-06-16T14:45:47.820" v="169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39:43.081" v="1769" actId="12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38:11.652" v="1714" actId="20577"/>
          <ac:spMkLst>
            <pc:docMk/>
            <pc:sldMk cId="0" sldId="260"/>
            <ac:spMk id="7" creationId="{44195F6D-B98E-85A5-FD15-4B55F1DABEBE}"/>
          </ac:spMkLst>
        </pc:spChg>
        <pc:picChg chg="mod">
          <ac:chgData name="Natesa krishnan V" userId="89fcff6419c60857" providerId="LiveId" clId="{C8F80F95-6095-4CE7-B05F-F0F26F6A0ED6}" dt="2026-06-16T14:45:17.251" v="149" actId="14100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45:26.833" v="152" actId="14100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Natesa krishnan V" userId="89fcff6419c60857" providerId="LiveId" clId="{C8F80F95-6095-4CE7-B05F-F0F26F6A0ED6}" dt="2026-07-14T05:42:10.982" v="1828" actId="1076"/>
        <pc:sldMkLst>
          <pc:docMk/>
          <pc:sldMk cId="0" sldId="261"/>
        </pc:sldMkLst>
        <pc:spChg chg="mod">
          <ac:chgData name="Natesa krishnan V" userId="89fcff6419c60857" providerId="LiveId" clId="{C8F80F95-6095-4CE7-B05F-F0F26F6A0ED6}" dt="2026-07-14T05:39:58.526" v="1799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42:10.982" v="1828" actId="1076"/>
          <ac:spMkLst>
            <pc:docMk/>
            <pc:sldMk cId="0" sldId="261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4:48:46.841" v="214" actId="14100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48:58.614" v="217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modSp mod">
        <pc:chgData name="Natesa krishnan V" userId="89fcff6419c60857" providerId="LiveId" clId="{C8F80F95-6095-4CE7-B05F-F0F26F6A0ED6}" dt="2026-07-14T05:59:16.839" v="2052" actId="1076"/>
        <pc:sldMkLst>
          <pc:docMk/>
          <pc:sldMk cId="0" sldId="262"/>
        </pc:sldMkLst>
        <pc:spChg chg="mod">
          <ac:chgData name="Natesa krishnan V" userId="89fcff6419c60857" providerId="LiveId" clId="{C8F80F95-6095-4CE7-B05F-F0F26F6A0ED6}" dt="2026-07-14T05:44:38.690" v="1838"/>
          <ac:spMkLst>
            <pc:docMk/>
            <pc:sldMk cId="0" sldId="262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45:35.396" v="1865" actId="5793"/>
          <ac:spMkLst>
            <pc:docMk/>
            <pc:sldMk cId="0" sldId="262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4:52:42.452" v="282" actId="14100"/>
          <ac:picMkLst>
            <pc:docMk/>
            <pc:sldMk cId="0" sldId="262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52:37.637" v="281" actId="14100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Natesa krishnan V" userId="89fcff6419c60857" providerId="LiveId" clId="{C8F80F95-6095-4CE7-B05F-F0F26F6A0ED6}" dt="2026-07-14T05:59:16.839" v="2052" actId="1076"/>
          <ac:picMkLst>
            <pc:docMk/>
            <pc:sldMk cId="0" sldId="262"/>
            <ac:picMk id="6" creationId="{8FC19BA9-ED92-F9FE-9DBA-1D299A8C6AC6}"/>
          </ac:picMkLst>
        </pc:picChg>
      </pc:sldChg>
      <pc:sldChg chg="modSp mod">
        <pc:chgData name="Natesa krishnan V" userId="89fcff6419c60857" providerId="LiveId" clId="{C8F80F95-6095-4CE7-B05F-F0F26F6A0ED6}" dt="2026-07-14T05:59:33.173" v="2054" actId="14100"/>
        <pc:sldMkLst>
          <pc:docMk/>
          <pc:sldMk cId="0" sldId="263"/>
        </pc:sldMkLst>
        <pc:spChg chg="mod">
          <ac:chgData name="Natesa krishnan V" userId="89fcff6419c60857" providerId="LiveId" clId="{C8F80F95-6095-4CE7-B05F-F0F26F6A0ED6}" dt="2026-07-14T05:59:33.173" v="2054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59:28.314" v="2053" actId="20577"/>
          <ac:spMkLst>
            <pc:docMk/>
            <pc:sldMk cId="0" sldId="263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4:55:17.495" v="350" actId="14100"/>
          <ac:picMkLst>
            <pc:docMk/>
            <pc:sldMk cId="0" sldId="263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55:25.843" v="353" actId="14100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mod">
        <pc:chgData name="Natesa krishnan V" userId="89fcff6419c60857" providerId="LiveId" clId="{C8F80F95-6095-4CE7-B05F-F0F26F6A0ED6}" dt="2026-07-14T05:52:09.590" v="1984" actId="20577"/>
        <pc:sldMkLst>
          <pc:docMk/>
          <pc:sldMk cId="0" sldId="264"/>
        </pc:sldMkLst>
        <pc:spChg chg="mod">
          <ac:chgData name="Natesa krishnan V" userId="89fcff6419c60857" providerId="LiveId" clId="{C8F80F95-6095-4CE7-B05F-F0F26F6A0ED6}" dt="2026-07-14T05:49:13.357" v="1933" actId="14100"/>
          <ac:spMkLst>
            <pc:docMk/>
            <pc:sldMk cId="0" sldId="264"/>
            <ac:spMk id="4" creationId="{00000000-0000-0000-0000-000000000000}"/>
          </ac:spMkLst>
        </pc:spChg>
        <pc:spChg chg="add del mod">
          <ac:chgData name="Natesa krishnan V" userId="89fcff6419c60857" providerId="LiveId" clId="{C8F80F95-6095-4CE7-B05F-F0F26F6A0ED6}" dt="2026-07-14T05:51:26.114" v="1952"/>
          <ac:spMkLst>
            <pc:docMk/>
            <pc:sldMk cId="0" sldId="264"/>
            <ac:spMk id="7" creationId="{9BAE5993-FA37-D334-2688-445356B2ADFF}"/>
          </ac:spMkLst>
        </pc:spChg>
        <pc:spChg chg="add mod">
          <ac:chgData name="Natesa krishnan V" userId="89fcff6419c60857" providerId="LiveId" clId="{C8F80F95-6095-4CE7-B05F-F0F26F6A0ED6}" dt="2026-07-14T05:52:09.590" v="1984" actId="20577"/>
          <ac:spMkLst>
            <pc:docMk/>
            <pc:sldMk cId="0" sldId="264"/>
            <ac:spMk id="9" creationId="{A1B27F5A-0F79-2ED1-508B-F6FF01D77F8C}"/>
          </ac:spMkLst>
        </pc:spChg>
        <pc:graphicFrameChg chg="add mod">
          <ac:chgData name="Natesa krishnan V" userId="89fcff6419c60857" providerId="LiveId" clId="{C8F80F95-6095-4CE7-B05F-F0F26F6A0ED6}" dt="2026-07-14T05:49:36.577" v="1934"/>
          <ac:graphicFrameMkLst>
            <pc:docMk/>
            <pc:sldMk cId="0" sldId="264"/>
            <ac:graphicFrameMk id="5" creationId="{692FAC37-AC56-9B81-6047-837FDC216C4A}"/>
          </ac:graphicFrameMkLst>
        </pc:graphicFrameChg>
        <pc:graphicFrameChg chg="add mod">
          <ac:chgData name="Natesa krishnan V" userId="89fcff6419c60857" providerId="LiveId" clId="{C8F80F95-6095-4CE7-B05F-F0F26F6A0ED6}" dt="2026-07-14T05:49:45.471" v="1937"/>
          <ac:graphicFrameMkLst>
            <pc:docMk/>
            <pc:sldMk cId="0" sldId="264"/>
            <ac:graphicFrameMk id="6" creationId="{72850957-1830-05E9-D85B-CB807488E7F9}"/>
          </ac:graphicFrameMkLst>
        </pc:graphicFrameChg>
        <pc:graphicFrameChg chg="add mod modGraphic">
          <ac:chgData name="Natesa krishnan V" userId="89fcff6419c60857" providerId="LiveId" clId="{C8F80F95-6095-4CE7-B05F-F0F26F6A0ED6}" dt="2026-07-14T05:50:59.910" v="1950" actId="113"/>
          <ac:graphicFrameMkLst>
            <pc:docMk/>
            <pc:sldMk cId="0" sldId="264"/>
            <ac:graphicFrameMk id="8" creationId="{B2AE4626-D84A-E6FE-33B5-05F638A95A59}"/>
          </ac:graphicFrameMkLst>
        </pc:graphicFrameChg>
        <pc:picChg chg="mod">
          <ac:chgData name="Natesa krishnan V" userId="89fcff6419c60857" providerId="LiveId" clId="{C8F80F95-6095-4CE7-B05F-F0F26F6A0ED6}" dt="2026-06-16T14:56:57.187" v="374" actId="14100"/>
          <ac:picMkLst>
            <pc:docMk/>
            <pc:sldMk cId="0" sldId="264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4:57:07.868" v="377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addSp modSp mod">
        <pc:chgData name="Natesa krishnan V" userId="89fcff6419c60857" providerId="LiveId" clId="{C8F80F95-6095-4CE7-B05F-F0F26F6A0ED6}" dt="2026-07-14T05:53:50.823" v="2002" actId="20577"/>
        <pc:sldMkLst>
          <pc:docMk/>
          <pc:sldMk cId="0" sldId="265"/>
        </pc:sldMkLst>
        <pc:spChg chg="mod">
          <ac:chgData name="Natesa krishnan V" userId="89fcff6419c60857" providerId="LiveId" clId="{C8F80F95-6095-4CE7-B05F-F0F26F6A0ED6}" dt="2026-07-14T05:52:42.215" v="1986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6-16T15:03:01.536" v="457" actId="20577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53:50.823" v="2002" actId="20577"/>
          <ac:spMkLst>
            <pc:docMk/>
            <pc:sldMk cId="0" sldId="265"/>
            <ac:spMk id="7" creationId="{D38653AC-175A-CB69-079E-7F890726F3A0}"/>
          </ac:spMkLst>
        </pc:spChg>
      </pc:sldChg>
      <pc:sldChg chg="addSp delSp modSp mod">
        <pc:chgData name="Natesa krishnan V" userId="89fcff6419c60857" providerId="LiveId" clId="{C8F80F95-6095-4CE7-B05F-F0F26F6A0ED6}" dt="2026-07-14T05:55:50.094" v="2018" actId="1076"/>
        <pc:sldMkLst>
          <pc:docMk/>
          <pc:sldMk cId="0" sldId="266"/>
        </pc:sldMkLst>
        <pc:spChg chg="mod">
          <ac:chgData name="Natesa krishnan V" userId="89fcff6419c60857" providerId="LiveId" clId="{C8F80F95-6095-4CE7-B05F-F0F26F6A0ED6}" dt="2026-07-14T05:54:22.415" v="2005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55:44.118" v="2017" actId="12"/>
          <ac:spMkLst>
            <pc:docMk/>
            <pc:sldMk cId="0" sldId="266"/>
            <ac:spMk id="5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55:50.094" v="2018" actId="1076"/>
          <ac:spMkLst>
            <pc:docMk/>
            <pc:sldMk cId="0" sldId="266"/>
            <ac:spMk id="6" creationId="{A943A7A7-CD23-710C-7145-D8C44C1D4393}"/>
          </ac:spMkLst>
        </pc:spChg>
        <pc:spChg chg="add del mod">
          <ac:chgData name="Natesa krishnan V" userId="89fcff6419c60857" providerId="LiveId" clId="{C8F80F95-6095-4CE7-B05F-F0F26F6A0ED6}" dt="2026-07-14T05:55:17.187" v="2011" actId="478"/>
          <ac:spMkLst>
            <pc:docMk/>
            <pc:sldMk cId="0" sldId="266"/>
            <ac:spMk id="7" creationId="{E4F87B12-E700-DFD7-DF4B-C7912AABD6A8}"/>
          </ac:spMkLst>
        </pc:spChg>
        <pc:picChg chg="mod">
          <ac:chgData name="Natesa krishnan V" userId="89fcff6419c60857" providerId="LiveId" clId="{C8F80F95-6095-4CE7-B05F-F0F26F6A0ED6}" dt="2026-06-16T15:07:55.504" v="547" actId="14100"/>
          <ac:picMkLst>
            <pc:docMk/>
            <pc:sldMk cId="0" sldId="266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5:08:04.594" v="550" actId="14100"/>
          <ac:picMkLst>
            <pc:docMk/>
            <pc:sldMk cId="0" sldId="266"/>
            <ac:picMk id="3" creationId="{00000000-0000-0000-0000-000000000000}"/>
          </ac:picMkLst>
        </pc:picChg>
      </pc:sldChg>
      <pc:sldChg chg="addSp modSp mod">
        <pc:chgData name="Natesa krishnan V" userId="89fcff6419c60857" providerId="LiveId" clId="{C8F80F95-6095-4CE7-B05F-F0F26F6A0ED6}" dt="2026-07-14T05:57:15.503" v="2029" actId="12"/>
        <pc:sldMkLst>
          <pc:docMk/>
          <pc:sldMk cId="0" sldId="267"/>
        </pc:sldMkLst>
        <pc:spChg chg="mod">
          <ac:chgData name="Natesa krishnan V" userId="89fcff6419c60857" providerId="LiveId" clId="{C8F80F95-6095-4CE7-B05F-F0F26F6A0ED6}" dt="2026-07-14T05:56:17.822" v="2020"/>
          <ac:spMkLst>
            <pc:docMk/>
            <pc:sldMk cId="0" sldId="267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6-16T15:12:36.884" v="653" actId="20577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Natesa krishnan V" userId="89fcff6419c60857" providerId="LiveId" clId="{C8F80F95-6095-4CE7-B05F-F0F26F6A0ED6}" dt="2026-07-14T05:57:09.706" v="2028" actId="14100"/>
          <ac:spMkLst>
            <pc:docMk/>
            <pc:sldMk cId="0" sldId="267"/>
            <ac:spMk id="6" creationId="{56F4100B-E953-2921-AAE3-A8761846DDFF}"/>
          </ac:spMkLst>
        </pc:spChg>
        <pc:spChg chg="add mod">
          <ac:chgData name="Natesa krishnan V" userId="89fcff6419c60857" providerId="LiveId" clId="{C8F80F95-6095-4CE7-B05F-F0F26F6A0ED6}" dt="2026-07-14T05:57:15.503" v="2029" actId="12"/>
          <ac:spMkLst>
            <pc:docMk/>
            <pc:sldMk cId="0" sldId="267"/>
            <ac:spMk id="7" creationId="{0028A098-BE0E-611E-D244-B264E7F7D6AE}"/>
          </ac:spMkLst>
        </pc:spChg>
        <pc:picChg chg="mod">
          <ac:chgData name="Natesa krishnan V" userId="89fcff6419c60857" providerId="LiveId" clId="{C8F80F95-6095-4CE7-B05F-F0F26F6A0ED6}" dt="2026-06-16T15:11:03.684" v="567" actId="14100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5:11:12.714" v="570" actId="14100"/>
          <ac:picMkLst>
            <pc:docMk/>
            <pc:sldMk cId="0" sldId="267"/>
            <ac:picMk id="3" creationId="{00000000-0000-0000-0000-000000000000}"/>
          </ac:picMkLst>
        </pc:picChg>
      </pc:sldChg>
      <pc:sldChg chg="modSp del mod">
        <pc:chgData name="Natesa krishnan V" userId="89fcff6419c60857" providerId="LiveId" clId="{C8F80F95-6095-4CE7-B05F-F0F26F6A0ED6}" dt="2026-07-14T05:58:12.634" v="2043" actId="47"/>
        <pc:sldMkLst>
          <pc:docMk/>
          <pc:sldMk cId="0" sldId="268"/>
        </pc:sldMkLst>
        <pc:spChg chg="mod">
          <ac:chgData name="Natesa krishnan V" userId="89fcff6419c60857" providerId="LiveId" clId="{C8F80F95-6095-4CE7-B05F-F0F26F6A0ED6}" dt="2026-06-16T15:17:09.956" v="772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6-16T15:19:10.725" v="793" actId="1076"/>
          <ac:spMkLst>
            <pc:docMk/>
            <pc:sldMk cId="0" sldId="268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5:19:02.516" v="792" actId="14100"/>
          <ac:picMkLst>
            <pc:docMk/>
            <pc:sldMk cId="0" sldId="268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5:17:32.656" v="779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modSp mod">
        <pc:chgData name="Natesa krishnan V" userId="89fcff6419c60857" providerId="LiveId" clId="{C8F80F95-6095-4CE7-B05F-F0F26F6A0ED6}" dt="2026-07-14T05:58:06.645" v="2042" actId="20577"/>
        <pc:sldMkLst>
          <pc:docMk/>
          <pc:sldMk cId="0" sldId="269"/>
        </pc:sldMkLst>
        <pc:spChg chg="mod">
          <ac:chgData name="Natesa krishnan V" userId="89fcff6419c60857" providerId="LiveId" clId="{C8F80F95-6095-4CE7-B05F-F0F26F6A0ED6}" dt="2026-06-16T15:14:07.132" v="697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7-14T05:58:06.645" v="2042" actId="20577"/>
          <ac:spMkLst>
            <pc:docMk/>
            <pc:sldMk cId="0" sldId="269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5:16:37.237" v="721" actId="14100"/>
          <ac:picMkLst>
            <pc:docMk/>
            <pc:sldMk cId="0" sldId="269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5:16:33.350" v="720" actId="14100"/>
          <ac:picMkLst>
            <pc:docMk/>
            <pc:sldMk cId="0" sldId="269"/>
            <ac:picMk id="3" creationId="{00000000-0000-0000-0000-000000000000}"/>
          </ac:picMkLst>
        </pc:picChg>
      </pc:sldChg>
      <pc:sldChg chg="modSp del mod">
        <pc:chgData name="Natesa krishnan V" userId="89fcff6419c60857" providerId="LiveId" clId="{C8F80F95-6095-4CE7-B05F-F0F26F6A0ED6}" dt="2026-07-14T05:58:14.756" v="2044" actId="47"/>
        <pc:sldMkLst>
          <pc:docMk/>
          <pc:sldMk cId="0" sldId="270"/>
        </pc:sldMkLst>
        <pc:spChg chg="mod">
          <ac:chgData name="Natesa krishnan V" userId="89fcff6419c60857" providerId="LiveId" clId="{C8F80F95-6095-4CE7-B05F-F0F26F6A0ED6}" dt="2026-06-16T15:19:46.449" v="809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6-16T15:19:53.544" v="810" actId="20577"/>
          <ac:spMkLst>
            <pc:docMk/>
            <pc:sldMk cId="0" sldId="270"/>
            <ac:spMk id="5" creationId="{00000000-0000-0000-0000-000000000000}"/>
          </ac:spMkLst>
        </pc:spChg>
        <pc:picChg chg="mod">
          <ac:chgData name="Natesa krishnan V" userId="89fcff6419c60857" providerId="LiveId" clId="{C8F80F95-6095-4CE7-B05F-F0F26F6A0ED6}" dt="2026-06-16T15:19:32.083" v="805" actId="14100"/>
          <ac:picMkLst>
            <pc:docMk/>
            <pc:sldMk cId="0" sldId="270"/>
            <ac:picMk id="2" creationId="{00000000-0000-0000-0000-000000000000}"/>
          </ac:picMkLst>
        </pc:picChg>
        <pc:picChg chg="mod">
          <ac:chgData name="Natesa krishnan V" userId="89fcff6419c60857" providerId="LiveId" clId="{C8F80F95-6095-4CE7-B05F-F0F26F6A0ED6}" dt="2026-06-16T15:19:40.418" v="808" actId="14100"/>
          <ac:picMkLst>
            <pc:docMk/>
            <pc:sldMk cId="0" sldId="270"/>
            <ac:picMk id="3" creationId="{00000000-0000-0000-0000-000000000000}"/>
          </ac:picMkLst>
        </pc:picChg>
      </pc:sldChg>
      <pc:sldChg chg="delSp modSp mod">
        <pc:chgData name="Natesa krishnan V" userId="89fcff6419c60857" providerId="LiveId" clId="{C8F80F95-6095-4CE7-B05F-F0F26F6A0ED6}" dt="2026-06-16T15:20:29.395" v="866" actId="1076"/>
        <pc:sldMkLst>
          <pc:docMk/>
          <pc:sldMk cId="0" sldId="274"/>
        </pc:sldMkLst>
        <pc:spChg chg="mod">
          <ac:chgData name="Natesa krishnan V" userId="89fcff6419c60857" providerId="LiveId" clId="{C8F80F95-6095-4CE7-B05F-F0F26F6A0ED6}" dt="2026-06-16T15:20:29.395" v="866" actId="1076"/>
          <ac:spMkLst>
            <pc:docMk/>
            <pc:sldMk cId="0" sldId="274"/>
            <ac:spMk id="4" creationId="{00000000-0000-0000-0000-000000000000}"/>
          </ac:spMkLst>
        </pc:spChg>
        <pc:spChg chg="mod">
          <ac:chgData name="Natesa krishnan V" userId="89fcff6419c60857" providerId="LiveId" clId="{C8F80F95-6095-4CE7-B05F-F0F26F6A0ED6}" dt="2026-06-16T15:20:22.318" v="865" actId="20577"/>
          <ac:spMkLst>
            <pc:docMk/>
            <pc:sldMk cId="0" sldId="27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58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5720"/>
            <a:ext cx="8961120" cy="800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99" y="1096907"/>
            <a:ext cx="8431967" cy="1220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in Image Sensing Systems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241828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ITA0505 – </a:t>
            </a: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832048"/>
            <a:ext cx="3200400" cy="8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GUIDED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Dr. P.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Lourdu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Mahimai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Doss</a:t>
            </a:r>
          </a:p>
        </p:txBody>
      </p:sp>
      <p:sp>
        <p:nvSpPr>
          <p:cNvPr id="6" name="Text 3"/>
          <p:cNvSpPr/>
          <p:nvPr/>
        </p:nvSpPr>
        <p:spPr>
          <a:xfrm>
            <a:off x="4787860" y="3215201"/>
            <a:ext cx="4168764" cy="1662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5F498-8FD3-8DB1-0A7B-88669CA9D1CB}"/>
              </a:ext>
            </a:extLst>
          </p:cNvPr>
          <p:cNvSpPr txBox="1"/>
          <p:nvPr/>
        </p:nvSpPr>
        <p:spPr>
          <a:xfrm>
            <a:off x="5561351" y="3732380"/>
            <a:ext cx="366509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KALYAN (192525212)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MANOJ KUMAR(192521041)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 GIRIDHARAN(192511322)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NATESA KRISHNAN V(192511311)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" cy="798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5720"/>
            <a:ext cx="868679" cy="75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552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43275" y="798600"/>
            <a:ext cx="8410981" cy="350357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Image Sensing System?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sensing system captures real-world scenes and converts them into digital images for processing.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Sensor (CCD/CMOS)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Analog-to-Digital Converter (ADC)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C5738-88D6-B845-B93B-D02E8628EBBA}"/>
              </a:ext>
            </a:extLst>
          </p:cNvPr>
          <p:cNvSpPr txBox="1"/>
          <p:nvPr/>
        </p:nvSpPr>
        <p:spPr>
          <a:xfrm>
            <a:off x="5119141" y="2136575"/>
            <a:ext cx="3155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31954" cy="7045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114" y="0"/>
            <a:ext cx="936885" cy="7045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59567" y="978858"/>
            <a:ext cx="8229600" cy="3657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Improves overall image quality and reduces noise and blur in captured images. 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Enhances image contrast and brightness and minimizes acquisition-related errors. 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Increases accuracy of image analysis and supports real-time image processing. 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Provides reliable performance under varying lighting conditions. 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Improves object detection and recognition. 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Cost-effective by enhancing images through software techniques.</a:t>
            </a:r>
          </a:p>
          <a:p>
            <a:pPr marL="285750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/>
              <a:t> Applicable in medical imaging, surveillance, satellite imaging, and autonomous vehicles.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95F6D-B98E-85A5-FD15-4B55F1DABEBE}"/>
              </a:ext>
            </a:extLst>
          </p:cNvPr>
          <p:cNvSpPr txBox="1"/>
          <p:nvPr/>
        </p:nvSpPr>
        <p:spPr>
          <a:xfrm>
            <a:off x="1776334" y="225028"/>
            <a:ext cx="54414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ADVANTAGES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" cy="69704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0"/>
            <a:ext cx="1005840" cy="6970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233096"/>
            <a:ext cx="6583680" cy="559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5" name="Text 1"/>
          <p:cNvSpPr/>
          <p:nvPr/>
        </p:nvSpPr>
        <p:spPr>
          <a:xfrm>
            <a:off x="149902" y="1040316"/>
            <a:ext cx="8829205" cy="374904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Requires high computational power for advanced image </a:t>
            </a:r>
            <a:r>
              <a:rPr lang="en-IN" dirty="0" err="1"/>
              <a:t>processing,processing</a:t>
            </a:r>
            <a:r>
              <a:rPr lang="en-IN" dirty="0"/>
              <a:t> time may increase for high-resolution images.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Performance depends on the quality of the image sensor.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Image enhancement cannot fully recover severely degraded images.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AI-based techniques require large datasets for training.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Increased system complexity due to multiple processing stages.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High-quality sensors and hardware can be expensive.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Sensitive to extreme lighting and environmental conditions.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Requires regular calibration and maintenance for accurate results. </a:t>
            </a: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IN" dirty="0"/>
              <a:t>Large image datasets demand higher storage and memory.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36885" cy="7495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0"/>
            <a:ext cx="1005840" cy="7495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dirty="0"/>
              <a:t>Image Acquisition Process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22092" y="959370"/>
            <a:ext cx="8229600" cy="3853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IN" b="1" dirty="0"/>
              <a:t>How an Image is Acquired</a:t>
            </a:r>
          </a:p>
          <a:p>
            <a:r>
              <a:rPr lang="en-IN" dirty="0"/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Scene illumination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Lens focuses light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Sensor captures photons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Electrical signal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Analog-to-Digital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image formation </a:t>
            </a:r>
          </a:p>
          <a:p>
            <a:endParaRPr lang="en-IN" dirty="0"/>
          </a:p>
          <a:p>
            <a:r>
              <a:rPr lang="en-IN" b="1" dirty="0"/>
              <a:t>Key Point</a:t>
            </a:r>
          </a:p>
          <a:p>
            <a:r>
              <a:rPr lang="en-IN" dirty="0"/>
              <a:t>The quality of the final image depends on every stage of acquisition.</a:t>
            </a:r>
          </a:p>
        </p:txBody>
      </p:sp>
      <p:pic>
        <p:nvPicPr>
          <p:cNvPr id="6" name="Picture 5" descr="Buy Deep-cooled Spectrometer With Sma905 Fiber Optic Interface from Jiangsu Jianzhi Technology Co., Ltd., China | Tradewheel.com">
            <a:extLst>
              <a:ext uri="{FF2B5EF4-FFF2-40B4-BE49-F238E27FC236}">
                <a16:creationId xmlns:a16="http://schemas.microsoft.com/office/drawing/2014/main" id="{8FC19BA9-ED92-F9FE-9DBA-1D299A8C6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422" y="1594951"/>
            <a:ext cx="5216578" cy="1643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" cy="7045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8" y="0"/>
            <a:ext cx="1005841" cy="7944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228600"/>
            <a:ext cx="6583680" cy="387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/>
              <a:t>Challenges in Image Sensing Systems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74754" y="1143000"/>
            <a:ext cx="8282066" cy="338402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IN" b="1" dirty="0"/>
              <a:t>Acquisition-Related Problems: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Sensor Noise</a:t>
            </a:r>
          </a:p>
          <a:p>
            <a:r>
              <a:rPr lang="en-IN" dirty="0"/>
              <a:t>      Random unwanted signals reduce image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Motion Blur</a:t>
            </a:r>
          </a:p>
          <a:p>
            <a:r>
              <a:rPr lang="en-IN" dirty="0"/>
              <a:t>      Occurs due to camera or object movement.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Poor Illumination</a:t>
            </a:r>
          </a:p>
          <a:p>
            <a:r>
              <a:rPr lang="en-IN" b="1" dirty="0"/>
              <a:t>      </a:t>
            </a:r>
            <a:r>
              <a:rPr lang="en-IN" dirty="0"/>
              <a:t>Low light results in dark and noisy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Sampling Errors</a:t>
            </a:r>
          </a:p>
          <a:p>
            <a:r>
              <a:rPr lang="en-IN" dirty="0"/>
              <a:t>      Insufficient sampling causes aliasing.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Quantization Errors</a:t>
            </a:r>
          </a:p>
          <a:p>
            <a:r>
              <a:rPr lang="en-IN" dirty="0"/>
              <a:t>      Loss of image details during digitization.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Lens Distortion</a:t>
            </a:r>
          </a:p>
          <a:p>
            <a:r>
              <a:rPr lang="en-IN" dirty="0"/>
              <a:t>      Images become geometrically distorted.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4459" cy="74201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174" y="0"/>
            <a:ext cx="1026826" cy="7420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4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1000"/>
              </a:spcAft>
              <a:buSzPct val="100000"/>
            </a:pPr>
            <a:r>
              <a:rPr lang="en-IN" sz="2800" dirty="0"/>
              <a:t>Problem Analysis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E5993-FA37-D334-2688-445356B2ADFF}"/>
              </a:ext>
            </a:extLst>
          </p:cNvPr>
          <p:cNvSpPr txBox="1"/>
          <p:nvPr/>
        </p:nvSpPr>
        <p:spPr>
          <a:xfrm>
            <a:off x="582368" y="898556"/>
            <a:ext cx="7067862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Causes and Effects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1B27F5A-0F79-2ED1-508B-F6FF01D77F8C}"/>
              </a:ext>
            </a:extLst>
          </p:cNvPr>
          <p:cNvSpPr/>
          <p:nvPr/>
        </p:nvSpPr>
        <p:spPr>
          <a:xfrm>
            <a:off x="359764" y="4333309"/>
            <a:ext cx="8424472" cy="587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Each acquisition problem directly reduces image quality and affects further processing.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AE4626-D84A-E6FE-33B5-05F638A95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15069"/>
              </p:ext>
            </p:extLst>
          </p:nvPr>
        </p:nvGraphicFramePr>
        <p:xfrm>
          <a:off x="824459" y="1528997"/>
          <a:ext cx="6583680" cy="26372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63540314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92433075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900145197"/>
                    </a:ext>
                  </a:extLst>
                </a:gridCol>
              </a:tblGrid>
              <a:tr h="177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Problem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Cause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Effect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1490114679"/>
                  </a:ext>
                </a:extLst>
              </a:tr>
              <a:tr h="4100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Noise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Sensor electronics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Grainy image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2199580936"/>
                  </a:ext>
                </a:extLst>
              </a:tr>
              <a:tr h="4100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Blur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Camera motion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Loss of sharpness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2570556808"/>
                  </a:ext>
                </a:extLst>
              </a:tr>
              <a:tr h="5466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Poor lighting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Insufficient illumination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Low visibility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1300223555"/>
                  </a:ext>
                </a:extLst>
              </a:tr>
              <a:tr h="4100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Aliasing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Low sampling rate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Jagged edges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339795016"/>
                  </a:ext>
                </a:extLst>
              </a:tr>
              <a:tr h="2733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Quantization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Low bit depth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Loss of detail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1258204747"/>
                  </a:ext>
                </a:extLst>
              </a:tr>
              <a:tr h="4100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Lens distortion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Optical imperfections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Warped image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54" marR="7154" marT="7154" marB="0" anchor="ctr"/>
                </a:tc>
                <a:extLst>
                  <a:ext uri="{0D108BD9-81ED-4DB2-BD59-A6C34878D82A}">
                    <a16:rowId xmlns:a16="http://schemas.microsoft.com/office/drawing/2014/main" val="16513501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10058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4572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205740"/>
            <a:ext cx="6583680" cy="49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/>
              <a:t>Analytical Methods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653AC-175A-CB69-079E-7F890726F3A0}"/>
              </a:ext>
            </a:extLst>
          </p:cNvPr>
          <p:cNvSpPr txBox="1"/>
          <p:nvPr/>
        </p:nvSpPr>
        <p:spPr>
          <a:xfrm>
            <a:off x="526905" y="1257300"/>
            <a:ext cx="80422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Image Quality Evaluation Techniques:</a:t>
            </a:r>
          </a:p>
          <a:p>
            <a:endParaRPr lang="en-IN" b="1" dirty="0"/>
          </a:p>
          <a:p>
            <a:r>
              <a:rPr lang="en-IN" b="1" dirty="0"/>
              <a:t>Histogram Analysis</a:t>
            </a:r>
          </a:p>
          <a:p>
            <a:r>
              <a:rPr lang="en-IN" dirty="0"/>
              <a:t> Measures brightness distribution.</a:t>
            </a:r>
          </a:p>
          <a:p>
            <a:r>
              <a:rPr lang="en-IN" b="1" dirty="0"/>
              <a:t>Signal-to-Noise Ratio (SNR)</a:t>
            </a:r>
          </a:p>
          <a:p>
            <a:r>
              <a:rPr lang="en-IN" dirty="0"/>
              <a:t> Evaluates signal strength relative to noise.</a:t>
            </a:r>
          </a:p>
          <a:p>
            <a:r>
              <a:rPr lang="en-IN" b="1" dirty="0"/>
              <a:t>Peak Signal-to-Noise Ratio (PSNR)</a:t>
            </a:r>
          </a:p>
          <a:p>
            <a:r>
              <a:rPr lang="en-IN" dirty="0"/>
              <a:t> Measures image reconstruction quality.</a:t>
            </a:r>
          </a:p>
          <a:p>
            <a:r>
              <a:rPr lang="en-IN" b="1" dirty="0"/>
              <a:t>Mean Square Error (MSE)</a:t>
            </a:r>
          </a:p>
          <a:p>
            <a:r>
              <a:rPr lang="en-IN" dirty="0"/>
              <a:t> Calculates error between original and processed images.</a:t>
            </a:r>
          </a:p>
          <a:p>
            <a:r>
              <a:rPr lang="en-IN" b="1" dirty="0"/>
              <a:t>Structural Similarity Index (SSIM)</a:t>
            </a:r>
          </a:p>
          <a:p>
            <a:r>
              <a:rPr lang="en-IN" dirty="0"/>
              <a:t> Measures perceived image similarity.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44380" cy="77948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620" y="0"/>
            <a:ext cx="944380" cy="7794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51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/>
              <a:t>Proposed Solution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70732"/>
            <a:ext cx="8229600" cy="370556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r>
              <a:rPr lang="en-IN" b="1" dirty="0"/>
              <a:t>Proposed Image Enhancement Framework</a:t>
            </a:r>
          </a:p>
          <a:p>
            <a:r>
              <a:rPr lang="en-IN" dirty="0"/>
              <a:t>The proposed system addresses acquisition-related challenges using image enhancement and quality assessment techniques.</a:t>
            </a:r>
          </a:p>
          <a:p>
            <a:endParaRPr lang="en-IN" dirty="0"/>
          </a:p>
          <a:p>
            <a:r>
              <a:rPr lang="en-IN" b="1" dirty="0"/>
              <a:t>Techniques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Noise Reduction (Median/Gaussian Filter)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Contrast Enhancement (Histogram Equalization)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Image Sharpening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Sensor Calibration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Edge Enhancement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AI-based Image Restoration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3A7A7-CD23-710C-7145-D8C44C1D4393}"/>
              </a:ext>
            </a:extLst>
          </p:cNvPr>
          <p:cNvSpPr txBox="1"/>
          <p:nvPr/>
        </p:nvSpPr>
        <p:spPr>
          <a:xfrm>
            <a:off x="5321507" y="2571750"/>
            <a:ext cx="3290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image clarity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acquisition errors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feature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Enhanced object detection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31954" cy="7045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134" y="0"/>
            <a:ext cx="966866" cy="7045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00831" y="464697"/>
            <a:ext cx="6342338" cy="599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/>
              <a:t>Applications and Future Scope</a:t>
            </a:r>
            <a:endParaRPr lang="en-US" sz="2500" b="1" dirty="0"/>
          </a:p>
        </p:txBody>
      </p:sp>
      <p:sp>
        <p:nvSpPr>
          <p:cNvPr id="5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4100B-E953-2921-AAE3-A8761846DDFF}"/>
              </a:ext>
            </a:extLst>
          </p:cNvPr>
          <p:cNvSpPr txBox="1"/>
          <p:nvPr/>
        </p:nvSpPr>
        <p:spPr>
          <a:xfrm>
            <a:off x="644576" y="1424066"/>
            <a:ext cx="31179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Medical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Autonomous Vehicles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Security Surveillance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Remote Sensing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Industrial Inspection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Agriculture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Face Recognition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Cities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8A098-BE0E-611E-D244-B264E7F7D6AE}"/>
              </a:ext>
            </a:extLst>
          </p:cNvPr>
          <p:cNvSpPr txBox="1"/>
          <p:nvPr/>
        </p:nvSpPr>
        <p:spPr>
          <a:xfrm>
            <a:off x="5381469" y="1369457"/>
            <a:ext cx="29059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AI-assisted image sensing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Quantum image sensors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Event-based cameras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Edge AI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3D imaging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HDR imaging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Hyperspectral imaging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786984" cy="69704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580" y="0"/>
            <a:ext cx="868680" cy="6970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37160"/>
            <a:ext cx="6583680" cy="642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69626" y="1004341"/>
            <a:ext cx="8229600" cy="3834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dirty="0"/>
              <a:t>Image sensing systems play a vital role in modern technology.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dirty="0"/>
              <a:t>Image acquisition quality directly affects analysis accuracy.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dirty="0"/>
              <a:t>Challenges such as noise, blur, poor illumination, and sampling errors must be addressed.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dirty="0"/>
              <a:t>Analytical methods like Histogram Analysis, SNR, PSNR, MSE, and SSIM help evaluate image quality.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IN" dirty="0"/>
              <a:t>Image enhancement techniques and AI-based approaches significantly improve image acquisition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914400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673</Words>
  <Application>Microsoft Office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Narrow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in Banking</dc:title>
  <dc:subject>PptxGenJS Presentation</dc:subject>
  <dc:creator>PptxGenJS</dc:creator>
  <cp:lastModifiedBy>Natesa krishnan V</cp:lastModifiedBy>
  <cp:revision>1</cp:revision>
  <dcterms:created xsi:type="dcterms:W3CDTF">2026-06-15T10:24:24Z</dcterms:created>
  <dcterms:modified xsi:type="dcterms:W3CDTF">2026-07-14T05:59:34Z</dcterms:modified>
</cp:coreProperties>
</file>